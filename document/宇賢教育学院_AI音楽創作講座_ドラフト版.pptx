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66d01d707e4369" /><Relationship Type="http://schemas.openxmlformats.org/officeDocument/2006/relationships/extended-properties" Target="/docProps/app.xml" Id="Rcd1850793c014c1d" /><Relationship Type="http://schemas.openxmlformats.org/officeDocument/2006/relationships/officeDocument" Target="/ppt/presentation.xml" Id="R01c6fa111432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0efa1f2fc483c"/>
  </p:sldMasterIdLst>
  <p:notesMasterIdLst>
    <p:notesMasterId xmlns:r="http://schemas.openxmlformats.org/officeDocument/2006/relationships" r:id="R02463f5a8228462c"/>
  </p:notesMasterIdLst>
  <p:sldIdLst>
    <p:sldId xmlns:r="http://schemas.openxmlformats.org/officeDocument/2006/relationships" id="256" r:id="R01e0fdc82d324df8"/>
    <p:sldId xmlns:r="http://schemas.openxmlformats.org/officeDocument/2006/relationships" id="257" r:id="Rdedc601ae3954536"/>
    <p:sldId xmlns:r="http://schemas.openxmlformats.org/officeDocument/2006/relationships" id="258" r:id="R5504a387f8f94e99"/>
    <p:sldId xmlns:r="http://schemas.openxmlformats.org/officeDocument/2006/relationships" id="259" r:id="Re17a9828e6d64384"/>
    <p:sldId xmlns:r="http://schemas.openxmlformats.org/officeDocument/2006/relationships" id="260" r:id="Ra1facc92e8be424a"/>
    <p:sldId xmlns:r="http://schemas.openxmlformats.org/officeDocument/2006/relationships" id="261" r:id="Rbabc992619134fa2"/>
    <p:sldId xmlns:r="http://schemas.openxmlformats.org/officeDocument/2006/relationships" id="262" r:id="R5fc688d01599431e"/>
    <p:sldId xmlns:r="http://schemas.openxmlformats.org/officeDocument/2006/relationships" id="263" r:id="R04f43949954b4f64"/>
    <p:sldId xmlns:r="http://schemas.openxmlformats.org/officeDocument/2006/relationships" id="264" r:id="R1b1ab06f020a4cdb"/>
    <p:sldId xmlns:r="http://schemas.openxmlformats.org/officeDocument/2006/relationships" id="265" r:id="R711e914871df459d"/>
    <p:sldId xmlns:r="http://schemas.openxmlformats.org/officeDocument/2006/relationships" id="266" r:id="R8db3499fb7654d1d"/>
    <p:sldId xmlns:r="http://schemas.openxmlformats.org/officeDocument/2006/relationships" id="267" r:id="R07e5226baeda4fc4"/>
    <p:sldId xmlns:r="http://schemas.openxmlformats.org/officeDocument/2006/relationships" id="268" r:id="Refc3fda52beb41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9decf11ce4c0d" /><Relationship Type="http://schemas.openxmlformats.org/officeDocument/2006/relationships/slideMaster" Target="/ppt/slideMasters/slideMaster1.xml" Id="R4fa0efa1f2fc483c" /><Relationship Type="http://schemas.openxmlformats.org/officeDocument/2006/relationships/notesMaster" Target="/ppt/notesMasters/notesMaster1.xml" Id="R02463f5a8228462c" /><Relationship Type="http://schemas.openxmlformats.org/officeDocument/2006/relationships/presProps" Target="/ppt/presProps.xml" Id="Rebdd54dda2e04ad7" /><Relationship Type="http://schemas.openxmlformats.org/officeDocument/2006/relationships/tableStyles" Target="/ppt/tableStyles.xml" Id="R6a045054a129448b" /><Relationship Type="http://schemas.openxmlformats.org/officeDocument/2006/relationships/slide" Target="/ppt/slides/slide1.xml" Id="R01e0fdc82d324df8" /><Relationship Type="http://schemas.openxmlformats.org/officeDocument/2006/relationships/slide" Target="/ppt/slides/slide2.xml" Id="Rdedc601ae3954536" /><Relationship Type="http://schemas.openxmlformats.org/officeDocument/2006/relationships/slide" Target="/ppt/slides/slide3.xml" Id="R5504a387f8f94e99" /><Relationship Type="http://schemas.openxmlformats.org/officeDocument/2006/relationships/slide" Target="/ppt/slides/slide4.xml" Id="Re17a9828e6d64384" /><Relationship Type="http://schemas.openxmlformats.org/officeDocument/2006/relationships/slide" Target="/ppt/slides/slide5.xml" Id="Ra1facc92e8be424a" /><Relationship Type="http://schemas.openxmlformats.org/officeDocument/2006/relationships/slide" Target="/ppt/slides/slide6.xml" Id="Rbabc992619134fa2" /><Relationship Type="http://schemas.openxmlformats.org/officeDocument/2006/relationships/slide" Target="/ppt/slides/slide7.xml" Id="R5fc688d01599431e" /><Relationship Type="http://schemas.openxmlformats.org/officeDocument/2006/relationships/slide" Target="/ppt/slides/slide8.xml" Id="R04f43949954b4f64" /><Relationship Type="http://schemas.openxmlformats.org/officeDocument/2006/relationships/slide" Target="/ppt/slides/slide9.xml" Id="R1b1ab06f020a4cdb" /><Relationship Type="http://schemas.openxmlformats.org/officeDocument/2006/relationships/slide" Target="/ppt/slides/slide10.xml" Id="R711e914871df459d" /><Relationship Type="http://schemas.openxmlformats.org/officeDocument/2006/relationships/slide" Target="/ppt/slides/slide11.xml" Id="R8db3499fb7654d1d" /><Relationship Type="http://schemas.openxmlformats.org/officeDocument/2006/relationships/slide" Target="/ppt/slides/slide12.xml" Id="R07e5226baeda4fc4" /><Relationship Type="http://schemas.openxmlformats.org/officeDocument/2006/relationships/slide" Target="/ppt/slides/slide13.xml" Id="Refc3fda52beb41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44bc8de1b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43e9322da4f78" /><Relationship Type="http://schemas.openxmlformats.org/officeDocument/2006/relationships/notesMaster" Target="/ppt/notesMasters/notesMaster1.xml" Id="Rd7f48b29148a4a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4fff0cc7d457f" /><Relationship Type="http://schemas.openxmlformats.org/officeDocument/2006/relationships/notesMaster" Target="/ppt/notesMasters/notesMaster1.xml" Id="R53630269abaa44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a2370874b84314" /><Relationship Type="http://schemas.openxmlformats.org/officeDocument/2006/relationships/notesMaster" Target="/ppt/notesMasters/notesMaster1.xml" Id="R26d9ae78479449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73d97391bf4694" /><Relationship Type="http://schemas.openxmlformats.org/officeDocument/2006/relationships/notesMaster" Target="/ppt/notesMasters/notesMaster1.xml" Id="Re8c18deadc9a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35b333e30b4237" /><Relationship Type="http://schemas.openxmlformats.org/officeDocument/2006/relationships/notesMaster" Target="/ppt/notesMasters/notesMaster1.xml" Id="R0c591da41f4942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474c3589074444" /><Relationship Type="http://schemas.openxmlformats.org/officeDocument/2006/relationships/notesMaster" Target="/ppt/notesMasters/notesMaster1.xml" Id="R31088b719fb149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82d6e56b4044a9" /><Relationship Type="http://schemas.openxmlformats.org/officeDocument/2006/relationships/notesMaster" Target="/ppt/notesMasters/notesMaster1.xml" Id="R94bea302bc3548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47818dc11a44e9" /><Relationship Type="http://schemas.openxmlformats.org/officeDocument/2006/relationships/notesMaster" Target="/ppt/notesMasters/notesMaster1.xml" Id="Rd41706f7567340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b6270971164465" /><Relationship Type="http://schemas.openxmlformats.org/officeDocument/2006/relationships/notesMaster" Target="/ppt/notesMasters/notesMaster1.xml" Id="R07f86ccf18ba4b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f27f6318f14d17" /><Relationship Type="http://schemas.openxmlformats.org/officeDocument/2006/relationships/notesMaster" Target="/ppt/notesMasters/notesMaster1.xml" Id="R7e81dff44dd44e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b8680a2e4547f8" /><Relationship Type="http://schemas.openxmlformats.org/officeDocument/2006/relationships/notesMaster" Target="/ppt/notesMasters/notesMaster1.xml" Id="Rbb9cfa6d02cc46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ac3b53a3c84aee" /><Relationship Type="http://schemas.openxmlformats.org/officeDocument/2006/relationships/notesMaster" Target="/ppt/notesMasters/notesMaster1.xml" Id="R0def349f658047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0a6f5e2a384bde" /><Relationship Type="http://schemas.openxmlformats.org/officeDocument/2006/relationships/notesMaster" Target="/ppt/notesMasters/notesMaster1.xml" Id="R18fe52851e5341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出典：ユーザー提供の全5回AI講座企画（参照会話「일본어 정리 요청」）。イラストはAI生成による創作イメージ。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4a14335c240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6d874686e4ca7" /><Relationship Type="http://schemas.openxmlformats.org/officeDocument/2006/relationships/slideLayout" Target="/ppt/slideLayouts/slideLayout1.xml" Id="R151db81df543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1db81df543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59bda6e844aab" /><Relationship Type="http://schemas.openxmlformats.org/officeDocument/2006/relationships/image" Target="/ppt/media/image.png" Id="R7d205898c2f74571" /><Relationship Type="http://schemas.openxmlformats.org/officeDocument/2006/relationships/notesSlide" Target="/ppt/notesSlides/notesSlide1.xml" Id="Re389ccdf224346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57aa23b5141ef" /><Relationship Type="http://schemas.openxmlformats.org/officeDocument/2006/relationships/notesSlide" Target="/ppt/notesSlides/notesSlide2.xml" Id="R36e3002ac66143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e6eb9c94408e" /><Relationship Type="http://schemas.openxmlformats.org/officeDocument/2006/relationships/notesSlide" Target="/ppt/notesSlides/notesSlide3.xml" Id="R08797876d11643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499cd63434773" /><Relationship Type="http://schemas.openxmlformats.org/officeDocument/2006/relationships/image" Target="/ppt/media/image2.png" Id="R6734372eec4e49e8" /><Relationship Type="http://schemas.openxmlformats.org/officeDocument/2006/relationships/notesSlide" Target="/ppt/notesSlides/notesSlide4.xml" Id="R441ffbdc0df34b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b6afe62e64ff9" /><Relationship Type="http://schemas.openxmlformats.org/officeDocument/2006/relationships/image" Target="/ppt/media/image3.png" Id="R16d564df973b41d7" /><Relationship Type="http://schemas.openxmlformats.org/officeDocument/2006/relationships/notesSlide" Target="/ppt/notesSlides/notesSlide5.xml" Id="Red01f480f30d4f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06d2718634f46" /><Relationship Type="http://schemas.openxmlformats.org/officeDocument/2006/relationships/image" Target="/ppt/media/image4.png" Id="R453f4e047bbe44da" /><Relationship Type="http://schemas.openxmlformats.org/officeDocument/2006/relationships/notesSlide" Target="/ppt/notesSlides/notesSlide6.xml" Id="R730b4b99cc0e48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6e259ec0a4c0b" /><Relationship Type="http://schemas.openxmlformats.org/officeDocument/2006/relationships/image" Target="/ppt/media/image5.png" Id="R3637f8a2afb84334" /><Relationship Type="http://schemas.openxmlformats.org/officeDocument/2006/relationships/notesSlide" Target="/ppt/notesSlides/notesSlide7.xml" Id="R4bcaa058050d43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f5b0d8e394e85" /><Relationship Type="http://schemas.openxmlformats.org/officeDocument/2006/relationships/image" Target="/ppt/media/image6.png" Id="Radbbf5d39b9f4d93" /><Relationship Type="http://schemas.openxmlformats.org/officeDocument/2006/relationships/notesSlide" Target="/ppt/notesSlides/notesSlide8.xml" Id="R747d11e29e2a4b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4443845fb4d3f" /><Relationship Type="http://schemas.openxmlformats.org/officeDocument/2006/relationships/notesSlide" Target="/ppt/notesSlides/notesSlide9.xml" Id="R8a06fc7093e44a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d1f42079249cf" /><Relationship Type="http://schemas.openxmlformats.org/officeDocument/2006/relationships/notesSlide" Target="/ppt/notesSlides/notesSlide10.xml" Id="Raf77e5fada4b49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7cd249fc547c2" /><Relationship Type="http://schemas.openxmlformats.org/officeDocument/2006/relationships/notesSlide" Target="/ppt/notesSlides/notesSlide11.xml" Id="R36ea34ead4b845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6db93496d47b1" /><Relationship Type="http://schemas.openxmlformats.org/officeDocument/2006/relationships/notesSlide" Target="/ppt/notesSlides/notesSlide12.xml" Id="R48965a68b4d546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90edf4ce745f0" /><Relationship Type="http://schemas.openxmlformats.org/officeDocument/2006/relationships/notesSlide" Target="/ppt/notesSlides/notesSlide13.xml" Id="R11bd0d38c3124f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CCFA6-9651-48B7-AD22-CB28DA4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EDD22-00E2-4678-A6C7-F409B06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全5回の子ども向けAI創作講座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F1361-548E-4E75-8411-0641EE05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70485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AIと一緒に、</a:t>
            </a:r>
          </a:p>
          <a:p xmlns:a="http://schemas.openxmlformats.org/drawingml/2006/main">
            <a:pPr>
              <a:defRPr sz="36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世界にひとつだけの</a:t>
            </a:r>
          </a:p>
          <a:p xmlns:a="http://schemas.openxmlformats.org/drawingml/2006/main">
            <a:pPr>
              <a:defRPr sz="36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音楽作品をつくろう！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E1A72-B9E1-4264-A2A3-7B49A3C1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子どもたちが主役の</a:t>
            </a:r>
          </a:p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「AI × 音楽 × 映像」創作体験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05898c2f74571"/>
          <a:stretch xmlns:a="http://schemas.openxmlformats.org/drawingml/2006/main"/>
        </p:blipFill>
        <p:spPr>
          <a:xfrm xmlns:a="http://schemas.openxmlformats.org/drawingml/2006/main">
            <a:off x="7381875" y="1152525"/>
            <a:ext cx="428625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2E543-6D54-4EC6-8F03-6D38BD80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5回で、歌・ジャケット・MVまでつくる！</a:t>
            </a:r>
          </a:p>
        </p:txBody>
      </p:sp>
    </p:spTree>
    <p:extLst>
      <p:ext uri="{BB962C8B-B14F-4D97-AF65-F5344CB8AC3E}">
        <p14:creationId xmlns:p14="http://schemas.microsoft.com/office/powerpoint/2010/main" val="812572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10615-8A9E-44B1-88A9-48C07DCA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創作の主役は、子どもたち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CE4FC-7EB2-4EE4-9AA3-B2092AF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50E26-7ABC-4EA6-9E73-0C472E68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講座コンセプト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BEB85-0E08-41AB-89F9-4C841262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AIは、アイデアを形にする道具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875EC-B2DF-46BC-8989-373B685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03F7D-56DE-4C4A-9AAE-B9FA892B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考える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FA4D6-60BA-4CEA-B7E1-348B63F1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どんな気持ちを</a:t>
            </a:r>
          </a:p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作品にしたい？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D3607-D68D-4108-AF9D-1CD3FC89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33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06E37-2ECA-43E7-99FD-A28803B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90900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試す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5E743-6F1C-4D23-8B67-17CE0EE4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957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AIに伝えて</a:t>
            </a:r>
          </a:p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いくつか作ってみる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46E91-C33F-410B-83CF-2FFEFAF3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56C58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E56C5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21901-C8AD-42A8-BAC6-503B3E5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選ぶ・直す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3B252-0613-4596-B8AC-A49095E4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みんなで話して</a:t>
            </a:r>
          </a:p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自分たちらしくする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4EEF6-D1D0-4C17-85F3-1AEF080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思いつきが、歌になり、絵になり、映像になる。</a:t>
            </a:r>
          </a:p>
        </p:txBody>
      </p:sp>
    </p:spTree>
    <p:extLst>
      <p:ext uri="{BB962C8B-B14F-4D97-AF65-F5344CB8AC3E}">
        <p14:creationId xmlns:p14="http://schemas.microsoft.com/office/powerpoint/2010/main" val="969367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C870F-8FA5-4821-85FF-D753B816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全5回のロードマップ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E7B9D-0EAE-4913-B94C-75F63EA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4EF1-2ECE-4A0F-8B74-762142CD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6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545DE-46AC-4BCA-B30E-44520E1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第1回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013C4-09AC-4EEC-A08E-81889E0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2057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体験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75328-6166-4072-BBC1-33E43FD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AIを知る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B04A2-E1B0-4D5C-A5F3-79157088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作品のイメージ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4864B-2978-437A-BB2C-A7CD617A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6AD01-29EC-4396-BF3F-CA7DC66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5240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第2回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86133-D850-4918-82E5-8CE32DD4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66975"/>
            <a:ext cx="2057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歌づくり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22B5B-BC34-49B7-A66D-E28D4229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5277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歌詞と曲を選ぶ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3CEF6-233D-4DA6-8B17-80FF2E80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1957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歌詞・楽曲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B6A31-CDCB-4B52-91D6-5045F28D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76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C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A841E-994A-4AC0-A02D-676CB237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240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第3回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2E451-F1BE-48BE-80C9-AA817D1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66975"/>
            <a:ext cx="2057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デザイン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07F25-2440-43FD-8152-A8A5B521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5277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世界観を描く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C02E1-3AC6-4AC2-803A-A22EBFF4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957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ジャケット</a:t>
            </a:r>
          </a:p>
          <a:p xmlns:a="http://schemas.openxmlformats.org/drawingml/2006/main">
            <a:pPr>
              <a:def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ポスター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2F9EC-7C5C-41AE-B61E-6C64AC0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76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6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811BC-E492-4D29-8583-483F7185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5240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第4回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7019E-BDD0-4857-9FFC-D186D85B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66975"/>
            <a:ext cx="2057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映像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42AB0-9790-453D-818B-B8B5FCBF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5277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写真や動画を撮る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C8901-26DB-40ED-BD36-0642F74D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1957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MVの映像素材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E8CFA-6297-4B1F-A8F6-77E619D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AE8DC-EB9B-49DE-948E-0A6990B0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2400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第5回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5EEEE-7509-405F-B0BB-F6701745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66975"/>
            <a:ext cx="2057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発表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2BE4A-1363-4B81-975E-20D62F1E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52775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仕上げて届ける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F0617-7048-4295-94D3-1348FAD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1957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完成MV</a:t>
            </a:r>
          </a:p>
          <a:p xmlns:a="http://schemas.openxmlformats.org/drawingml/2006/main">
            <a:pPr>
              <a:def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クレジット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1928D-63EC-49D4-8E6E-723E63B7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毎回10分のAIミニ授業 ＋ 手を動かす創作体験</a:t>
            </a:r>
          </a:p>
        </p:txBody>
      </p:sp>
    </p:spTree>
    <p:extLst>
      <p:ext uri="{BB962C8B-B14F-4D97-AF65-F5344CB8AC3E}">
        <p14:creationId xmlns:p14="http://schemas.microsoft.com/office/powerpoint/2010/main" val="1603946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12F59-5CC1-47A9-95BE-80EC344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AIって何？ まずは体験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E33DC-C224-466E-A1F8-528BC4A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A5168-D20C-4C3F-BF4F-0F17211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99C3E-45AC-4F4D-8CB8-61965009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第1回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EF8B-69DF-43F1-9C4F-8715E760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知る・見る・ワクワクする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F5A3C-5065-451B-A5D9-9078554A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90F50-E385-44A0-A937-2F3CAA54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670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完成イメージをみんなで見る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1E96C-ABC9-429B-ACE1-279C575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F7BE6-AD79-4D82-9F4D-487AD69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0997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文章・音楽・画像・映像のデモ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97B44-FDE0-4004-80FC-816409B0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0714E-0F91-4E44-9562-98512D21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529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使う道具と基本の約束を知る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4372eec4e49e8"/>
          <a:stretch xmlns:a="http://schemas.openxmlformats.org/drawingml/2006/main"/>
        </p:blipFill>
        <p:spPr>
          <a:xfrm xmlns:a="http://schemas.openxmlformats.org/drawingml/2006/main">
            <a:off x="7524750" y="1885950"/>
            <a:ext cx="3581400" cy="3581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17A8F-8555-466D-86BB-9138044C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今日のゴール：つくりたい作品のイメージ</a:t>
            </a:r>
          </a:p>
        </p:txBody>
      </p:sp>
    </p:spTree>
    <p:extLst>
      <p:ext uri="{BB962C8B-B14F-4D97-AF65-F5344CB8AC3E}">
        <p14:creationId xmlns:p14="http://schemas.microsoft.com/office/powerpoint/2010/main" val="1951183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D6E81-9989-4B0E-BED3-98B5556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みんなで歌詞と音楽づくり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15DAD-4920-4F6A-A61F-F158E7EB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7CC07-4E09-4ECE-B28D-D0B72CE6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19716-F935-4CE8-8336-F2549EF1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第2回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E654F-F8A6-4842-A2EC-4A701CEB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考える・話し合う・選ぶ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3EA75-DB78-4C0C-8BB5-254F84AE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B1ACB-D294-4CDC-B2DA-3978396D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670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好きな言葉や気持ちを出し合う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37D47-1DD8-49B5-BE20-F1B8F2DB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C676D-2B5D-4017-8C9A-AB090A3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0997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AIの歌詞を自分たちの言葉に直す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8168F-800A-4519-9AA0-CF480A15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9F73B-8A1D-4407-BB4B-255648F5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529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曲調を聴き比べ、みんなで選ぶ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564df973b41d7"/>
          <a:stretch xmlns:a="http://schemas.openxmlformats.org/drawingml/2006/main"/>
        </p:blipFill>
        <p:spPr>
          <a:xfrm xmlns:a="http://schemas.openxmlformats.org/drawingml/2006/main">
            <a:off x="7524750" y="1885950"/>
            <a:ext cx="3581400" cy="3581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FA00F-0F2D-4F89-8C7E-6ADA9B2B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今日のゴール：オリジナルの歌詞と楽曲</a:t>
            </a:r>
          </a:p>
        </p:txBody>
      </p:sp>
    </p:spTree>
    <p:extLst>
      <p:ext uri="{BB962C8B-B14F-4D97-AF65-F5344CB8AC3E}">
        <p14:creationId xmlns:p14="http://schemas.microsoft.com/office/powerpoint/2010/main" val="1324585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42DAE-1496-4959-BE20-0FAAA675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ジャケットとポスターづくり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3717F-7093-4089-A3A4-D684ECC0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EC4EF-EF83-40C4-B8C4-196249F9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3822A-BE3C-41F8-8BE0-C0F07EE5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第3回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5A292-D2D2-4517-8E9B-127D2066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想像する・伝える・デザインする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1867F-0307-4B06-962E-38EB8FEF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E3EAA-38C6-4426-9283-F040B596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670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歌の世界を色や言葉で表す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8B1F4-02F1-4BAD-872E-5A691BE3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755AA-75D5-4AB8-9741-60755E7B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0997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AIとジャケットの画像をつくる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0A409-B3E6-4A67-8BEA-6F22E7B1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3FCDB-44DC-4861-846E-E13F22F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529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タイトルを入れてポスターにする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f4e047bbe44da"/>
          <a:stretch xmlns:a="http://schemas.openxmlformats.org/drawingml/2006/main"/>
        </p:blipFill>
        <p:spPr>
          <a:xfrm xmlns:a="http://schemas.openxmlformats.org/drawingml/2006/main">
            <a:off x="7524750" y="1885950"/>
            <a:ext cx="3581400" cy="3581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37F54-4D48-45CF-92D4-95F387DD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今日のゴール：作品の顔になるビジュアル</a:t>
            </a:r>
          </a:p>
        </p:txBody>
      </p:sp>
    </p:spTree>
    <p:extLst>
      <p:ext uri="{BB962C8B-B14F-4D97-AF65-F5344CB8AC3E}">
        <p14:creationId xmlns:p14="http://schemas.microsoft.com/office/powerpoint/2010/main" val="1387173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CC7D0-336D-47B9-9ACB-65205E52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自分たちが登場する映像づくり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2C409-18A9-4693-9889-10C038C9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31C96-2817-455C-8DD7-F3E57B3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B1118-B38A-4576-9561-68DF9654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第4回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1E6DE-262D-4D22-B975-F40316E8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参加する・表現する・映像にする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32617-C39B-4A54-9A24-52A456CF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B84C7-C83C-47E9-898E-AFEA5345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670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写真や短い動画を撮影する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C0AF5-D5B0-429E-8954-0F158BF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C14AC-4ACE-47D5-AF56-C7291829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0997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AIも使いながら映像素材をつくる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01B39-231E-430A-B09E-38F1AF6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B3AF0-67E6-450B-8A4D-89ADAEC7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529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音楽に合う場面をみんなで選ぶ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7f8a2afb84334"/>
          <a:stretch xmlns:a="http://schemas.openxmlformats.org/drawingml/2006/main"/>
        </p:blipFill>
        <p:spPr>
          <a:xfrm xmlns:a="http://schemas.openxmlformats.org/drawingml/2006/main">
            <a:off x="7524750" y="1885950"/>
            <a:ext cx="3581400" cy="3581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7F7EF-5855-409D-B51E-00102AB3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今日のゴール：一人ひとりが参加した映像素材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17D3F-07C4-4612-82E3-545E16F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顔出し以外に、手元・後ろ姿・イラストでの参加も選べます</a:t>
            </a:r>
          </a:p>
        </p:txBody>
      </p:sp>
    </p:spTree>
    <p:extLst>
      <p:ext uri="{BB962C8B-B14F-4D97-AF65-F5344CB8AC3E}">
        <p14:creationId xmlns:p14="http://schemas.microsoft.com/office/powerpoint/2010/main" val="985573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4EC1A-69F0-4C6C-A6D6-9A0C900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作品完成！ みんなで発表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837CB-D106-4102-A28E-684C1009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9AD91-4181-4D21-AE1F-059ED019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4D6A7-49D0-4EF0-ADDF-C7E2BEBC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第5回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9F46F-9DA4-4C52-9C65-85B5F679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完成させる・発表する・共有する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7B702-5B52-408C-86FE-83C2DCAD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0FFEE-69FA-47E3-8910-B3C8809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670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歌・画像・映像をひとつのMVへ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A3FA6-FDAD-4E39-A03A-8BD3F6F5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7DA52-23CD-4886-A715-9D821741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0997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工夫したところを自分の言葉で紹介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4FFE0-3D79-4FB6-B4DD-702FB93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1CF50-2DA5-417B-A96B-137BCB96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52925"/>
            <a:ext cx="5514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制作者名と共有範囲を確認する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bf5d39b9f4d93"/>
          <a:stretch xmlns:a="http://schemas.openxmlformats.org/drawingml/2006/main"/>
        </p:blipFill>
        <p:spPr>
          <a:xfrm xmlns:a="http://schemas.openxmlformats.org/drawingml/2006/main">
            <a:off x="7524750" y="1885950"/>
            <a:ext cx="3581400" cy="3581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131C6-A826-4703-9921-F5993709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今日のゴール：完成MVと「できた！」の実感</a:t>
            </a:r>
          </a:p>
        </p:txBody>
      </p:sp>
    </p:spTree>
    <p:extLst>
      <p:ext uri="{BB962C8B-B14F-4D97-AF65-F5344CB8AC3E}">
        <p14:creationId xmlns:p14="http://schemas.microsoft.com/office/powerpoint/2010/main" val="1466037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1C188-BB01-412C-B24E-2E7A795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毎回10分の「AIミニ授業」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71758-9F4D-40C8-A21D-8A300254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9FA7D-79EB-496E-AE43-DFA21A34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つくる体験に、「なぜ？」「どう使う？」を重ねる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39E54-E6D7-4ACE-9497-5348102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第1回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79D82-E672-4F6C-9DC3-B32C5C9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2193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AIの過去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5F143-02CD-490B-B838-B37F525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193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AIはどこから来たの？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2695B-FD78-4759-9D07-B61DD44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第2回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50ADF-CFF6-429D-B325-4568E8CE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241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AIの現在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ADB00-52A9-4D07-835B-02112FD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241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何ができて、何が苦手？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0FABC-6621-4B07-91BA-D321633E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第3回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C7429-9CCF-4623-BD63-87BD9E6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6290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生活と未来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D069F-4365-4333-BA8C-62B22906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290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暮らしはどう変わる？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D8509-39C9-47D9-AA0A-9663187D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第4回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04EDD-8037-488C-95F6-E236DCB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3338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仕事の変化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DA20A-B60A-4537-8AB5-444D28E2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働き方はどう変わる？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85F77-880F-4A05-B5C2-907B36C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第5回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B1440-5A52-45FB-AEB7-3CB4125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0387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人とAI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FFB81-B572-4603-BADF-AF7532DD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387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自分はどう使いたい？</a:t>
            </a:r>
          </a:p>
        </p:txBody>
      </p:sp>
    </p:spTree>
    <p:extLst>
      <p:ext uri="{BB962C8B-B14F-4D97-AF65-F5344CB8AC3E}">
        <p14:creationId xmlns:p14="http://schemas.microsoft.com/office/powerpoint/2010/main" val="867646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C7955-A3A3-4568-8EE6-DCA9096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この講座で育てたい力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4F16B-A0AD-40D0-9AAC-5E77D39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9228A-9F92-4A22-A066-5D4C9546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61415-4547-48DC-8818-E852369D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5621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発想する力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BE2CD-554B-4192-8F7C-7C088D2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好き・気になるを、作品の種にする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22902-D78F-45F1-84DF-0BB34ED1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F1C14-7D39-479F-85E9-C1C9878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384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言葉にする力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A533A-99C7-4572-9C9D-09A799B3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イメージを伝え、頼み方を工夫する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CB1F6-C097-42B4-B422-38DB7EC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56C58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E56C5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E3026-D5DD-437B-AF12-E47CBCCF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選び、確かめる力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FF082-5E0C-4476-BCDC-6E2A215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AIの答えを比べて、自分で判断する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53C38-3456-48FE-B8E5-263411A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E9E83-B66B-4D01-8151-1E73E9B1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910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協力する力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30707-7E10-40C3-B745-CF0248FE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違うアイデアを聞き、いっしょに決める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8099F-E6E7-4DDE-91E5-5F66F48E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0D812-75B6-4343-8749-30238EAE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0673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表現し、やり遂げる力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114B9-EB89-4D0B-B048-29B9B62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054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工夫を重ね、完成させて人に伝える</a:t>
            </a:r>
          </a:p>
        </p:txBody>
      </p:sp>
    </p:spTree>
    <p:extLst>
      <p:ext uri="{BB962C8B-B14F-4D97-AF65-F5344CB8AC3E}">
        <p14:creationId xmlns:p14="http://schemas.microsoft.com/office/powerpoint/2010/main" val="1641659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41886-DA7D-4B7B-8897-94D8D9F0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「できた！」を、家族や友人へ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24857-175F-4F7E-9999-1D348039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17BEF-4730-4ECC-ADE4-3CF42DB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作品が、学びを伝えるきっかけになる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3E768-65E2-4B95-B4AA-A98C6832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390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子ども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6F53A-9799-4502-9440-760B4B7C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33432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「ここを自分で考えた！」</a:t>
            </a:r>
          </a:p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工夫を説明できる喜び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CE8A2-8B50-48EF-8883-3E56B813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3390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08C91"/>
                </a:solidFill>
                <a:latin typeface="Hiragino Sans"/>
                <a:ea typeface="Hiragino Sans"/>
                <a:cs typeface="Hiragino Sans"/>
              </a:rPr>
              <a:t>家族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B0028-C525-4FF8-B53D-80C37FD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33432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作品を囲んで話す</a:t>
            </a:r>
          </a:p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挑戦や成長に気づく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087EB-79D3-46CE-867C-BB9F4942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3390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56C58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E56C58"/>
                </a:solidFill>
                <a:latin typeface="Hiragino Sans"/>
                <a:ea typeface="Hiragino Sans"/>
                <a:cs typeface="Hiragino Sans"/>
              </a:rPr>
              <a:t>友人・SNS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4D756-0AF1-4BDE-A7E1-DA3921C8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05225"/>
            <a:ext cx="33432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応援や感想が届く</a:t>
            </a:r>
          </a:p>
          <a:p xmlns:a="http://schemas.openxmlformats.org/drawingml/2006/main">
            <a:pPr>
              <a:def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次の創作が楽しみに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E6930-7E4A-40E8-9E32-FFE3A8B0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共有するか、誰に見せるかは、本人と保護者で選べます。</a:t>
            </a:r>
          </a:p>
        </p:txBody>
      </p:sp>
    </p:spTree>
    <p:extLst>
      <p:ext uri="{BB962C8B-B14F-4D97-AF65-F5344CB8AC3E}">
        <p14:creationId xmlns:p14="http://schemas.microsoft.com/office/powerpoint/2010/main" val="7882301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039D1-19F4-4BC4-936C-A9C44DC5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安心してつくり、安心して共有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87793-5C80-4083-B6C7-235D15C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CF0F-D2A6-40D0-9D5D-A0DE6E37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保護者同意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B5A94-4502-4FFE-AB20-5BFFDC4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62100"/>
            <a:ext cx="7772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撮影・AIへの素材入力・作品掲載・公開範囲を</a:t>
            </a:r>
          </a:p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事前に説明し、項目ごとに確認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9CD8B-60B4-4506-A0C0-90015EA8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顔と名前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4CAA9-EF82-4BB3-A885-A9EB994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772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顔出しは任意。手元・後ろ姿・イラストも選択可</a:t>
            </a:r>
          </a:p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制作者名はニックネームなどを選べる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C9B0E-2322-41C4-8706-0945805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YouTube・SNS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62A57-AABD-4228-A3AC-575266DD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7772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公開前に本人・保護者が完成版を確認</a:t>
            </a:r>
          </a:p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一般公開は任意。家族向けの共有も選べる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730B4-0708-4F3A-8D5A-98FE94D6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856D8"/>
                </a:solidFill>
                <a:latin typeface="Hiragino Sans"/>
                <a:ea typeface="Hiragino Sans"/>
                <a:cs typeface="Hiragino Sans"/>
              </a:rPr>
              <a:t>運営の確認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24A27-6A6B-4605-AB27-973BEF76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05350"/>
            <a:ext cx="7772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利用ツールの年齢条件・素材の権利を確認</a:t>
            </a:r>
          </a:p>
          <a:p xmlns:a="http://schemas.openxmlformats.org/drawingml/2006/main">
            <a:pPr>
              <a:def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172B50"/>
                </a:solidFill>
                <a:latin typeface="Hiragino Sans"/>
                <a:ea typeface="Hiragino Sans"/>
                <a:cs typeface="Hiragino Sans"/>
              </a:rPr>
              <a:t>写真などの保管期間・削除窓口を決める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841BA-9625-4618-A34C-433BAA16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5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限定公開のリンクも転送される可能性があるため、共有先を確認します。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5755018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856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F2CE8-007A-4F9D-8CCD-E53B552F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4637C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10DD2-C665-4CBE-BF50-DCB811CA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7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5回で、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62A4F-4AB8-4544-92A4-04B03FD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歌・ジャケット・MVまでつくる！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8FEB1-8C7C-419E-9A4B-DA7B1A5B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自分のアイデアが、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みんなの作品になる。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6049E-D40F-4A77-B327-0707724E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06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AIと一緒に、世界にひとつだけの音楽作品をつくろう！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556AE-7130-4C85-813F-30A379CB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子どもたちが主役の「AI × 音楽 × 映像」創作体験</a:t>
            </a:r>
          </a:p>
        </p:txBody>
      </p:sp>
    </p:spTree>
    <p:extLst>
      <p:ext uri="{BB962C8B-B14F-4D97-AF65-F5344CB8AC3E}">
        <p14:creationId xmlns:p14="http://schemas.microsoft.com/office/powerpoint/2010/main" val="264690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2026-09-11T22:38:24.1310000Z</dcterms:created>
  <dcterms:modified xsi:type="dcterms:W3CDTF">2026-09-11T22:38:24.1310000Z</dcterms:modified>
</coreProperties>
</file>